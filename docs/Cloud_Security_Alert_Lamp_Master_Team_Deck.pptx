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Welcome evaluators. Today we present the Cloud Security Alert Lamp...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D. Chander: S3 publicity is a catastrophic cloud risk...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D. Chander: Email notifications create alert fatigue...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D. Chander: Our Web Twin Dashboard mirrors physical hardware...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G. Rohan: Here is our 4-stage decoupled pipeline...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G. Rohan: S3 publicity occurs via three distinct vectors...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G. Rohan: We enforce Zero-Trust mTLS on the hardware endpoint...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K. Arjun: I am K. Arjun, handling backend &amp; database...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K. Arjun: Every breach event is persisted into DynamoDB...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K. Arjun: Running deploy_aws.py automates infrastructure...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P. Sachin: I am P. Sachin, handling ESP32 hardware...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P. Sachin: Our C++ firmware uses a non-blocking millis() state machine...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P. Sachin &amp; D. Chander: That concludes our presentation...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F0FF"/>
                </a:solidFill>
              </a:defRPr>
            </a:pPr>
            <a:r>
              <a:t>CLOUD SECURITY ALERT LAMP 🚨💡</a:t>
            </a:r>
          </a:p>
          <a:p>
            <a:pPr algn="ctr"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Real-Time Cyber-Physical Alerting for AWS S3 Bucket Exposure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22494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D. Chander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Roll: 2503A52214</a:t>
            </a: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</a:defRPr>
            </a:pPr>
            <a:r>
              <a:t>Lead &amp; Dashboard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Problem &amp; Motivation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Email Fatigue Bottleneck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Web Twin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3736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8728" y="1874519"/>
            <a:ext cx="22494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G. Rohan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Roll: 2503S52224</a:t>
            </a: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</a:defRPr>
            </a:pPr>
            <a:r>
              <a:t>Architecture &amp; Security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4-Stage Data Pipeline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Lambda 3-Layer Auditor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X.509 Mutual TLS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6208" y="1874519"/>
            <a:ext cx="22494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K. Arjun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Roll: 2503A52235</a:t>
            </a: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</a:defRPr>
            </a:pPr>
            <a:r>
              <a:t>Backend &amp; Database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FastAPI Server &amp; REST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DynamoDB Audit Logging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1-Click AWS Deployer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37360"/>
            <a:ext cx="24688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8" y="1874519"/>
            <a:ext cx="224942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500" b="1">
                <a:solidFill>
                  <a:srgbClr val="FFFFFF"/>
                </a:solidFill>
              </a:defRPr>
            </a:pPr>
            <a:r>
              <a:t>P. Sachin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Roll: 2503A52240</a:t>
            </a:r>
          </a:p>
          <a:p>
            <a:pPr>
              <a:spcBef>
                <a:spcPts val="800"/>
              </a:spcBef>
              <a:defRPr sz="1100" b="1">
                <a:solidFill>
                  <a:srgbClr val="00E676"/>
                </a:solidFill>
              </a:defRPr>
            </a:pPr>
            <a:r>
              <a:t>Hardware &amp; Firmware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ESP32 Circuit Wiring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FreeRTOS State Machine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</a:defRPr>
            </a:pPr>
            <a:r>
              <a:t>• Live Breach Demo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1: D. CHANDER (1/3) — PROBLEM STATEMENT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S3 Data Leaks &amp; Email Alert Fatigue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3366"/>
                </a:solidFill>
              </a:defRPr>
            </a:pPr>
            <a:r>
              <a:t>$4.45 Million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Average Enterprise Cloud Data Breach Cost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 Accidental Public S3 Buckets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 Scanners Exploit Leaks in Seconds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 Dev Misconfigurations Expose PII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_leak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1: D. CHANDER (2/3) — MOTIVATION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Email Alert Fatigue &amp; Detection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</a:defRPr>
            </a:pPr>
            <a:r>
              <a:t>&gt; 14 Hours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Average Time to Detect Silent S3 Leaks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 500+ Security Emails Daily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 Critical Alerts Get Buried</a:t>
            </a:r>
          </a:p>
          <a:p>
            <a:pPr>
              <a:spcBef>
                <a:spcPts val="1000"/>
              </a:spcBef>
              <a:defRPr sz="1200">
                <a:solidFill>
                  <a:srgbClr val="9CA3AF"/>
                </a:solidFill>
              </a:defRPr>
            </a:pPr>
            <a:r>
              <a:t>•  Zero Physical Desk Awareness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ud_security_hero_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1: D. CHANDER (3/3) — DIGITAL TWIN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Interactive Web Twin Dashboard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F0FF"/>
                </a:solidFill>
              </a:defRPr>
            </a:pPr>
            <a:r>
              <a:t>Glassmorphism UI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 Simulated Neon Lamp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Pulsating virtual LED syncs with physical lamp.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 Real-Time WebSockets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Pushes instantaneous state updates to UI.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t>•  Interactive Test Controls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Trigger simulated scans &amp; remediation in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on_dashboard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2: G. ROHAN (1/3) — ARCHITECTURE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4-Stage Event-Driven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ud_pipelin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E676"/>
                </a:solidFill>
              </a:defRPr>
            </a:pPr>
            <a:r>
              <a:t>&lt; 1 Second Latency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1. Detection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AWS Lambda boto3 scans S3 policies.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2. Storage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DynamoDB logs event &amp; SNS emails alert.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3. Dispatch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AWS IoT Core publishes payload over MQTT.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4. Actuation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ESP32 flashes Red LED &amp; Web Twin syncs.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2: G. ROHAN (2/3) — SCANNER ENGINE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AWS Lambda 3-Layer Auditor (Boto3)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curity_layers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3366"/>
                </a:solidFill>
              </a:defRPr>
            </a:pPr>
            <a:r>
              <a:t>3-Layer S3 Audit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Layer 1: Public Access Block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Checks if account-level blocks are enabled.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Layer 2: Bucket Policy Status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Queries IsPublic == True or wildcard Principal: '*'.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Layer 3: S3 Access Control Lists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Parses AllUsers / AuthenticatedUsers grants.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2: G. ROHAN (3/3) — SECURITY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Zero-Trust X.509 Mutual TLS Encryption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rypto_shield_v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E676"/>
                </a:solidFill>
              </a:defRPr>
            </a:pPr>
            <a:r>
              <a:t>mTLS 1.2 Security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Mutual Authentication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ESP32 validates Amazon Root CA 1.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Hardware Cert Identity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Client X.509 cert stored on SPIFFS.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Encrypted Transport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Port 8883 MQTT prevents packet sniffing.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Scoped IAM Policy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Restricts hardware client strictly to alert topic.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3: K. ARJUN (1/3) — BACKEND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FastAPI Asynchronous Web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F0FF"/>
                </a:solidFill>
              </a:defRPr>
            </a:pPr>
            <a:r>
              <a:t>FastAPI Framework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 High Concurrency Event Loop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Asynchronous Python server handles high-throughput requests.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 REST Endpoints Provided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Exposes /api/dashboard, /api/events, and /api/scan.</a:t>
            </a:r>
          </a:p>
          <a:p>
            <a:pPr>
              <a:spcBef>
                <a:spcPts val="1000"/>
              </a:spcBef>
              <a:defRPr sz="1200" b="1">
                <a:solidFill>
                  <a:srgbClr val="FFFFFF"/>
                </a:solidFill>
              </a:defRPr>
            </a:pPr>
            <a:r>
              <a:t>•  WebSocket Broadcast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Pushes real-time state frames directly to connected Web Twins.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ud_security_hero_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3: K. ARJUN (2/3) — STORAGE &amp; ALERTS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Amazon DynamoDB &amp; SNS Alert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E676"/>
                </a:solidFill>
              </a:defRPr>
            </a:pPr>
            <a:r>
              <a:t>DynamoDB 'SecurityEvents'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NoSQL Audit Log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Stores immutable scan records for historical analysis.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Key Schema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Partition Key: eventId (S) | Range Key: timestamp (S).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On-Demand Auto Scaling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PAY_PER_REQUEST billing auto-scales effortlessly.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F0FF"/>
                </a:solidFill>
              </a:defRPr>
            </a:pPr>
            <a:r>
              <a:t>Amazon SNS Dispatcher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Push Alert Broadcasting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Dispatches instant SMS and email notifications.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Topic Configuration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CloudSecurityAlerts SNS topic manages subscribers.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Zero Latency Delivery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Pushes alerts simultaneously with IoT MQTT payloads.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3: K. ARJUN (3/3) — AUTOMATION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1-Click AWS Provisioner (deploy_aws.py)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F0FF"/>
                </a:solidFill>
              </a:defRPr>
            </a:pPr>
            <a:r>
              <a:t>Automated Setup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Single Command Execution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python cloud/deploy_aws.py provisions full stack.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Resource Creation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Creates DynamoDB table, SNS topic, Lambda &amp; IoT Thing.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Student Account Ready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Auto-detects $50 AWS Learner Lab LabRole.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Cert Auto-Injection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Populates firmware/include/secrets.h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ud_pipelin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4: P. SACHIN (1/3) — HARDWARE WIRING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ESP32 Circuit Schematics &amp; Hardware BOM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F0FF"/>
                </a:solidFill>
              </a:defRPr>
            </a:pPr>
            <a:r>
              <a:t>Hardware Schematics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ESP32 DevKit v1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Dual-core 240MHz MCU with hardware TLS crypto engine.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Red LED Actuator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Anode connected to digital GPIO 23.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220Ω Limiting Resistor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Protects LED &amp; ensures stable 3.3V GPIO operation.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Status Blue LED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GPIO 2 indicates Wi-Fi handshake status.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sp32_macro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292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4: P. SACHIN (2/3) — FIRMWARE ENGINE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ESP32 C++ FreeRTOS Non-Blocking State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te_machine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93776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0E676"/>
                </a:solidFill>
              </a:defRPr>
            </a:pPr>
            <a:r>
              <a:t>Millis() FSM Engine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STATE_SECURE 🟢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System Idle. Red LED solid OFF.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STATE_ALERT 🔴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Public S3 detected. Red LED blinks rapidly (200ms).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STATE_DISCONNECTED 🟡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Network drop. Red LED pulses slowly (1000ms).</a:t>
            </a:r>
          </a:p>
          <a:p>
            <a:pPr>
              <a:spcBef>
                <a:spcPts val="800"/>
              </a:spcBef>
              <a:defRPr sz="1200" b="1">
                <a:solidFill>
                  <a:srgbClr val="FFFFFF"/>
                </a:solidFill>
              </a:defRPr>
            </a:pPr>
            <a:r>
              <a:t>•  Non-Blocking Execution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Uses millis() timers; zero blocking delay() calls.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SECTION 4: P. SACHIN (3/3) — LIVE DEMO &amp; Q&amp;A</a:t>
            </a:r>
          </a:p>
          <a:p>
            <a:pPr>
              <a:spcBef>
                <a:spcPts val="200"/>
              </a:spcBef>
              <a:defRPr sz="2300" b="1">
                <a:solidFill>
                  <a:srgbClr val="FFFFFF"/>
                </a:solidFill>
                <a:latin typeface="Arial"/>
              </a:defRPr>
            </a:pPr>
            <a:r>
              <a:t>Live 4-Step Demonstration &amp; Technical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3366"/>
                </a:solidFill>
              </a:defRPr>
            </a:pPr>
            <a:r>
              <a:t>Live Demo Test Flow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 1. Baseline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ESP32 connected to Wi-Fi. LED solid OFF 🟢.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 2. Breach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Run: python test_vulnerable_bucket.py create.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 3. Actuation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Red LED blinks rapidly (200ms) 🔴. Web UI Alert.</a:t>
            </a:r>
          </a:p>
          <a:p>
            <a:pPr>
              <a:spcBef>
                <a:spcPts val="600"/>
              </a:spcBef>
              <a:defRPr sz="1200" b="1">
                <a:solidFill>
                  <a:srgbClr val="FFFFFF"/>
                </a:solidFill>
              </a:defRPr>
            </a:pPr>
            <a:r>
              <a:t>•  4. Remediation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   Run: python test_vulnerable_bucket.py delete. LED OFF 🟢.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E676"/>
                </a:solidFill>
              </a:defRPr>
            </a:pPr>
            <a:r>
              <a:t>Technical Jury Defense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Q: Wi-Fi Connection Drop?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A: Pulses slowly (1000ms) &amp; executes auto-reconnect.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Q: MQTT Spoofing Risk?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A: Blocked by X.509 Client Cert mutual TLS.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Q: AWS Student Ready?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A: Auto-detects $50 Learner Lab LabRole.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