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CLOUD SECURITY ALERT LAMP 🚨💡</a:t>
            </a:r>
          </a:p>
          <a:p>
            <a:pPr algn="ctr">
              <a:spcBef>
                <a:spcPts val="600"/>
              </a:spcBef>
              <a:defRPr sz="1800" b="1">
                <a:solidFill>
                  <a:srgbClr val="F8FAFC"/>
                </a:solidFill>
              </a:defRPr>
            </a:pPr>
            <a:r>
              <a:t>S3 Security Scanner ➔ AWS IoT Core ➔ ESP32 &amp; Virtual Red Light Twin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2468880" cy="34747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6517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D. Chander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Roll: 2503A52214</a:t>
            </a:r>
          </a:p>
          <a:p>
            <a:pPr>
              <a:spcBef>
                <a:spcPts val="1600"/>
              </a:spcBef>
              <a:defRPr sz="1200" b="1">
                <a:solidFill>
                  <a:srgbClr val="22C55E"/>
                </a:solidFill>
              </a:defRPr>
            </a:pPr>
            <a:r>
              <a:t>Lead &amp; Web Twin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468880"/>
            <a:ext cx="2468880" cy="34747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6517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G. Rohan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Roll: 2503S52224</a:t>
            </a:r>
          </a:p>
          <a:p>
            <a:pPr>
              <a:spcBef>
                <a:spcPts val="1600"/>
              </a:spcBef>
              <a:defRPr sz="1200" b="1">
                <a:solidFill>
                  <a:srgbClr val="22C55E"/>
                </a:solidFill>
              </a:defRPr>
            </a:pPr>
            <a:r>
              <a:t>Architecture &amp; Security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468880"/>
            <a:ext cx="2468880" cy="34747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6517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K. Arjun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Roll: 2503A52235</a:t>
            </a:r>
          </a:p>
          <a:p>
            <a:pPr>
              <a:spcBef>
                <a:spcPts val="1600"/>
              </a:spcBef>
              <a:defRPr sz="1200" b="1">
                <a:solidFill>
                  <a:srgbClr val="22C55E"/>
                </a:solidFill>
              </a:defRPr>
            </a:pPr>
            <a:r>
              <a:t>Backend &amp; 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2468880"/>
            <a:ext cx="2468880" cy="34747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26517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P. Sachin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Roll: 2503A52240</a:t>
            </a:r>
          </a:p>
          <a:p>
            <a:pPr>
              <a:spcBef>
                <a:spcPts val="1600"/>
              </a:spcBef>
              <a:defRPr sz="1200" b="1">
                <a:solidFill>
                  <a:srgbClr val="22C55E"/>
                </a:solidFill>
              </a:defRPr>
            </a:pPr>
            <a:r>
              <a:t>Hardware &amp; Firmware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PROJECT OVERVIEW</a:t>
            </a:r>
          </a:p>
          <a:p>
            <a:pPr>
              <a:spcBef>
                <a:spcPts val="2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Cloud Security Alert System &amp; Pinout Config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System Concept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IoT Security Auditor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AWS Lambda security scanner audits S3 buckets and publishes alerts to AWS IoT Core over MQTT.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Physical &amp; Virtual Red Lamp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Dual alert system: Physical ESP32 Red LED on desk + Virtual glowing Red Lamp on Web UI.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AWS Learner Lab Ready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Automated scripts support standard AWS accounts and AWS Learner Lab pre-created LabRole.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Hardware Pinouts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GPIO 4 drives Red LED (220Ω resistor); GPIO 2 drives status LED (configured in config.h).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oud_security_hero_l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292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ARCHITECTURE OVERVIEW</a:t>
            </a:r>
          </a:p>
          <a:p>
            <a:pPr>
              <a:spcBef>
                <a:spcPts val="2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End-to-End Cyber-Physical Data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loud_pipeline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4937760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2C55E"/>
                </a:solidFill>
              </a:defRPr>
            </a:pPr>
            <a:r>
              <a:t>Event Execution Flow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S3 Trigger / Schedule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EventBridge Rule or Cron triggers AWS Lambda Auditor Function.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3-Layer S3 Audit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Lambda evaluates PublicAccessBlock, Bucket Policy &amp; S3 ACL Grants.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IoT Core &amp; SNS Dispatch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Publishes payload to AWS IoT Core topic cloud/security/alerts &amp; SNS.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Physical &amp; Virtual Actuation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ESP32 blinks Red LED via TLS MQTT &amp; WebSockets syncs Virtual Red Light.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PROJECT STRUCTURE</a:t>
            </a:r>
          </a:p>
          <a:p>
            <a:pPr>
              <a:spcBef>
                <a:spcPts val="2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Repository Directories &amp; Module Organization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cloud/</a:t>
            </a:r>
          </a:p>
          <a:p>
            <a:pPr>
              <a:spcBef>
                <a:spcPts val="100"/>
              </a:spcBef>
              <a:defRPr sz="900" b="1">
                <a:solidFill>
                  <a:srgbClr val="F8FAFC"/>
                </a:solidFill>
              </a:defRPr>
            </a:pPr>
            <a:r>
              <a:t>AWS BACKEND &amp; SCANNER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lambda/auditor.py (boto3 scanner)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deploy_aws.py (1-click provisioner)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test_vulnerable_bucket.py (CLI)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aws_iot_policy.json (IAM schema)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7830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backend/</a:t>
            </a:r>
          </a:p>
          <a:p>
            <a:pPr>
              <a:spcBef>
                <a:spcPts val="100"/>
              </a:spcBef>
              <a:defRPr sz="900" b="1">
                <a:solidFill>
                  <a:srgbClr val="F8FAFC"/>
                </a:solidFill>
              </a:defRPr>
            </a:pPr>
            <a:r>
              <a:t>FASTAPI SERVER LAYER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main.py (REST API &amp; WebSocket)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led_controller.py (Desktop simulator)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requirements.txt (Dependencies)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WebSocket server on /ws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0690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firmware/</a:t>
            </a:r>
          </a:p>
          <a:p>
            <a:pPr>
              <a:spcBef>
                <a:spcPts val="100"/>
              </a:spcBef>
              <a:defRPr sz="900" b="1">
                <a:solidFill>
                  <a:srgbClr val="F8FAFC"/>
                </a:solidFill>
              </a:defRPr>
            </a:pPr>
            <a:r>
              <a:t>ESP32 C++/ARDUINO CODE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src/main.cpp (non-blocking FSM)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include/config.h (Wi-Fi &amp; MQTT)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include/secrets.h.template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platformio.ini (build config)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0690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web_dashboard/</a:t>
            </a:r>
          </a:p>
          <a:p>
            <a:pPr>
              <a:spcBef>
                <a:spcPts val="100"/>
              </a:spcBef>
              <a:defRPr sz="900" b="1">
                <a:solidFill>
                  <a:srgbClr val="F8FAFC"/>
                </a:solidFill>
              </a:defRPr>
            </a:pPr>
            <a:r>
              <a:t>FRONTEND &amp; VIRTUAL LAMP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index.html (UI &amp; Lamp Simulator)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styles.css (Glassmorphism &amp; Glow)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app.js (WebSocket visualizer)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Interactive scenario runner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AWS CLOUD BACKEND</a:t>
            </a:r>
          </a:p>
          <a:p>
            <a:pPr>
              <a:spcBef>
                <a:spcPts val="2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Lambda Auditor, Deployer &amp; Test CLI (cloud/)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curity_layers_di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4937760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F4444"/>
                </a:solidFill>
              </a:defRPr>
            </a:pPr>
            <a:r>
              <a:t>Cloud Component Details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Lambda Auditor (auditor.py)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Scans S3 GetPublicAccessBlock, GetBucketPolicyStatus &amp; GetBucketAcl. Publishes JSON ALERT/OK payload.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1-Click Deployer (deploy_aws.py)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Provisions IoT Thing, Policy, Certs, Lambda zip, EventBridge cron (5 mins), and SNS Topic in &lt; 60s.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Test Utility (test_vulnerable_bucket.py)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CLI tool: python test_vulnerable_bucket.py create (triggers lamp) and delete (resolves alert).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FASTAPI APPLICATION BACKEND</a:t>
            </a:r>
          </a:p>
          <a:p>
            <a:pPr>
              <a:spcBef>
                <a:spcPts val="2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Python Async REST API &amp; WebSocket Server (backend/)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FastAPI Backend Core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Asynchronous Event Loop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Built on Python asyncio &amp; uvicorn for non-blocking high throughput.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REST API Endpoints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Exposes /api/dashboard, /api/events, and /api/scan for data retrieval.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WebSocket Server (/ws)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Maintains persistent WebSocket connections to push live state updates to Web Twin UI.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Desktop Lamp Simulator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python backend/led_controller.py terminal simulator for testing without physical hardware.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yber_alert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292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ESP32 FIRMWARE ENGINE</a:t>
            </a:r>
          </a:p>
          <a:p>
            <a:pPr>
              <a:spcBef>
                <a:spcPts val="2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TLS MQTT Client &amp; FreeRTOS State Machine (firmware/)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rypto_shield_v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4937760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2C55E"/>
                </a:solidFill>
              </a:defRPr>
            </a:pPr>
            <a:r>
              <a:t>Firmware Architecture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Framework &amp; Libraries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Built on C++/Arduino using WiFiClientSecure, PubSubClient, and ArduinoJson.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TLS X.509 Authentication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Handles mutual TLS authentication with AWS IoT Core over Port 8883.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Non-Blocking Millis FSM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Blink state machine uses millis() timers without freezing delay() calls.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Auto-Reconnect Engine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Monitors Wi-Fi and MQTT connection loss with automatic exponential reconnects.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FRONTEND ARCHITECTURE</a:t>
            </a:r>
          </a:p>
          <a:p>
            <a:pPr>
              <a:spcBef>
                <a:spcPts val="2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Glassmorphism UI &amp; WebSocket Engine (web_dashboard/)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Web Dashboard Stack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HTML5 &amp; Glassmorphism CSS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Modern dark aesthetic with CSS backdrop-filter blur, neon glow effects &amp; clean typography.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JavaScript WebSocket Engine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app.js maintains persistent WebSocket connection to mirror live backend state changes.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Real-Time Event Table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Renders history of scanned bucket names, severity levels, and scan timestamps.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Interactive Scenario Runner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Browser control buttons to simulate public bucket creation and remediation.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eon_dashboard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292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OUR VIRTUAL RED LIGHT</a:t>
            </a:r>
          </a:p>
          <a:p>
            <a:pPr>
              <a:spcBef>
                <a:spcPts val="2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Digital Twin Simulator &amp; Synchronous Alert Visualizer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F4444"/>
                </a:solidFill>
              </a:defRPr>
            </a:pPr>
            <a:r>
              <a:t>Virtual Red Light Visualizer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Digital Twin Mirror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Glowing 2D/3D neon Red Alert Lamp rendered directly inside web_dashboard/index.html.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Synchronous Blinking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Flashes in exact 150-200ms lockstep synchronization with the physical ESP32 hardware LED.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Zero-Hardware Testing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Allows evaluators and students without ESP32 hardware to test full end-to-end alert flow.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Learner Lab Wizard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Includes step-by-step interactive manual for copy-pasting AWS Learner Lab X.509 certs.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eon_dashboard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292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VERIFICATION &amp; WIRING PLAN</a:t>
            </a:r>
          </a:p>
          <a:p>
            <a:pPr>
              <a:spcBef>
                <a:spcPts val="2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ESP32 Circuit Schematics &amp; End-to-End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Hardware Wiring (docs/)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Circuit Wiring Schematics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ESP32 DevKit v1 + High-Brightness Red LED + 220Ω limiting resistor on GPIO 4.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AWS Student Guide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Tailored step-by-step setup guide for $50 AWS Learner Lab accounts.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C55E"/>
                </a:solidFill>
              </a:defRPr>
            </a:pPr>
            <a:r>
              <a:t>Verification Plan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Automated CLI Test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Run test_vulnerable_bucket.py create/delete to verify Lambda &amp; IoT Core payload delivery.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Hardware Verification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Verify TLS payload parsing and state transition (OK ➔ ALERT 200ms blink ➔ OK).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Web Simulator Test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Verify live blinking state animations and dashboard controls in browser.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