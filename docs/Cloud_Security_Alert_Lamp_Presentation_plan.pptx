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CLOUD SECURITY ALERT LAMP 🚨💡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F8FAFC"/>
                </a:solidFill>
              </a:defRPr>
            </a:pPr>
            <a:r>
              <a:t>S3 Security Scanner ➔ AWS IoT Core ➔ ESP32 Alert Lamp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2468880" cy="34747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D. Chander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Roll: 2503A52214</a:t>
            </a:r>
          </a:p>
          <a:p>
            <a:pPr>
              <a:spcBef>
                <a:spcPts val="1600"/>
              </a:spcBef>
              <a:defRPr sz="1200" b="1">
                <a:solidFill>
                  <a:srgbClr val="22C55E"/>
                </a:solidFill>
              </a:defRPr>
            </a:pPr>
            <a:r>
              <a:t>Project Lead &amp; Web Twin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468880"/>
            <a:ext cx="2468880" cy="34747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6517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G. Rohan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Roll: 2503S52224</a:t>
            </a:r>
          </a:p>
          <a:p>
            <a:pPr>
              <a:spcBef>
                <a:spcPts val="1600"/>
              </a:spcBef>
              <a:defRPr sz="1200" b="1">
                <a:solidFill>
                  <a:srgbClr val="22C55E"/>
                </a:solidFill>
              </a:defRPr>
            </a:pPr>
            <a:r>
              <a:t>System Architecture &amp; 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468880"/>
            <a:ext cx="2468880" cy="34747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6517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K. Arjun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Roll: 2503A52235</a:t>
            </a:r>
          </a:p>
          <a:p>
            <a:pPr>
              <a:spcBef>
                <a:spcPts val="1600"/>
              </a:spcBef>
              <a:defRPr sz="1200" b="1">
                <a:solidFill>
                  <a:srgbClr val="22C55E"/>
                </a:solidFill>
              </a:defRPr>
            </a:pPr>
            <a:r>
              <a:t>Backend &amp; Database Developer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468880"/>
            <a:ext cx="2468880" cy="34747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6517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P. Sachin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Roll: 2503A52240</a:t>
            </a:r>
          </a:p>
          <a:p>
            <a:pPr>
              <a:spcBef>
                <a:spcPts val="1600"/>
              </a:spcBef>
              <a:defRPr sz="1200" b="1">
                <a:solidFill>
                  <a:srgbClr val="22C55E"/>
                </a:solidFill>
              </a:defRPr>
            </a:pPr>
            <a:r>
              <a:t>Hardware &amp; Firmware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PROJECT OVERVIEW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Cloud Security Alert Lamp &amp; Hardware Pinouts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System Overview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IoT-Enabled Security Auditor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AWS Lambda security scanner audits S3 buckets and publishes alerts to AWS IoT Core over MQTT.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Sub-Second Desk Actuator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ESP32 microcontroller receives MQTT alert over TLS and blinks Red LED rapidly to warn admins.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AWS Student / Learner Lab Ready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Automated deployment supports standard AWS IAM roles and AWS Learner Lab pre-created LabRole.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Hardware Pinout Config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Uses GPIO 4 for Red LED (with 220Ω resistor) and GPIO 2 for status LED (configurable in config.h).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oud_security_hero_l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292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ARCHITECTURE OVERVIEW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End-to-End Cyber-Physical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oud_pipeline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937760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2C55E"/>
                </a:solidFill>
              </a:defRPr>
            </a:pPr>
            <a:r>
              <a:t>Data Flow Execution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S3 Event / Schedule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EventBridge Rule or Cron triggers AWS Lambda Auditor Function.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3-Layer S3 Audit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Lambda scans PublicAccessBlock, Bucket Policy &amp; S3 ACL Grants.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IoT &amp; SNS Dispatch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Publishes payload to AWS IoT Core topic cloud/security/alerts &amp; SNS.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Physical &amp; Web Actuation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ESP32 blinks Red LED via Secure TLS MQTT &amp; Web Dashboard syncs.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PROJECT STRUCTURE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Repository Directories &amp; Module Organization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cloud/</a:t>
            </a:r>
          </a:p>
          <a:p>
            <a:pPr>
              <a:spcBef>
                <a:spcPts val="100"/>
              </a:spcBef>
              <a:defRPr sz="900" b="1">
                <a:solidFill>
                  <a:srgbClr val="F8FAFC"/>
                </a:solidFill>
              </a:defRPr>
            </a:pPr>
            <a:r>
              <a:t>AWS BACKEND &amp; AUDITOR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lambda/auditor.py (boto3 scanner)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deploy_aws.py (1-click provisioner)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test_vulnerable_bucket.py (CLI)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aws_iot_policy.json (IAM schema)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7830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firmware/</a:t>
            </a:r>
          </a:p>
          <a:p>
            <a:pPr>
              <a:spcBef>
                <a:spcPts val="100"/>
              </a:spcBef>
              <a:defRPr sz="900" b="1">
                <a:solidFill>
                  <a:srgbClr val="F8FAFC"/>
                </a:solidFill>
              </a:defRPr>
            </a:pPr>
            <a:r>
              <a:t>ESP32 C++/ARDUINO CODE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src/main.cpp (non-blocking FSM)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include/config.h (Wi-Fi &amp; MQTT)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include/secrets.h.template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platformio.ini (build config)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0690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web_dashboard/</a:t>
            </a:r>
          </a:p>
          <a:p>
            <a:pPr>
              <a:spcBef>
                <a:spcPts val="100"/>
              </a:spcBef>
              <a:defRPr sz="900" b="1">
                <a:solidFill>
                  <a:srgbClr val="F8FAFC"/>
                </a:solidFill>
              </a:defRPr>
            </a:pPr>
            <a:r>
              <a:t>WEB APP &amp; SIMULATOR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index.html (Dashboard &amp; Simulator)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styles.css (Glassmorphism UI)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app.js (WebSocket visualizer)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Interactive scenario runner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0690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docs/</a:t>
            </a:r>
          </a:p>
          <a:p>
            <a:pPr>
              <a:spcBef>
                <a:spcPts val="100"/>
              </a:spcBef>
              <a:defRPr sz="900" b="1">
                <a:solidFill>
                  <a:srgbClr val="F8FAFC"/>
                </a:solidFill>
              </a:defRPr>
            </a:pPr>
            <a:r>
              <a:t>SETUP GUIDES &amp; WIRING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WIRING_GUIDE.md (Pinouts &amp; Circuit)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AWS_SETUP_GUIDE.md (Learner Lab)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README.md (Master documentation)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Step-by-step certificate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AWS CLOUD BACKEND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Lambda Auditor, Deployer &amp; Test CLI (cloud/)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curity_layers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937760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F4444"/>
                </a:solidFill>
              </a:defRPr>
            </a:pPr>
            <a:r>
              <a:t>Backend Component Details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Lambda Auditor (auditor.py)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Scans S3 GetPublicAccessBlock, GetBucketPolicyStatus &amp; GetBucketAcl. Publishes JSON ALERT/OK payload.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1-Click Deployer (deploy_aws.py)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Provisions IoT Thing, Policy, Certs, Lambda zip, EventBridge cron (5 mins), and SNS Topic in &lt; 60s.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Test Utility (test_vulnerable_bucket.py)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CLI tool: python test_vulnerable_bucket.py create (triggers lamp) and delete (resolves alert).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ESP32 FIRMWARE ENGINE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TLS MQTT Client &amp; FreeRTOS Non-Blocking State Machine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ypto_shield_v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937760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2C55E"/>
                </a:solidFill>
              </a:defRPr>
            </a:pPr>
            <a:r>
              <a:t>Firmware Architecture (firmware/)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Framework &amp; Libraries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Built on C++/Arduino using WiFiClientSecure, PubSubClient, and ArduinoJson.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TLS X.509 Authentication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Handles mutual TLS authentication with AWS IoT Core over Port 8883.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Non-Blocking Millis FSM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Blink state machine uses millis() timers without freezing delay() calls.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Auto-Reconnect Engine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Monitors Wi-Fi and MQTT connection loss with automatic exponential reconnects.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WEB DASHBOARD &amp; SIMULATOR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Real-Time S3 Monitor &amp; Hardware Lamp Visualizer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Web Dashboard Capabilities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Real-Time S3 Monitor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Renders live security status, exposed bucket names, and scan timestamps.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Hardware Lamp Simulator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Simulated glowing 2D/3D Red Alert Lamp with realistic blinking animation.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Test Scenario Runner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Interactive browser buttons to simulate bucket vulnerability creation and fix actions.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Learner Lab Wizard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Step-by-step interactive manual for AWS Student Account certificate configuration.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eon_dashboard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292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VERIFICATION &amp; WIRING PLAN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ESP32 Circuit Schematics &amp; End-to-End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Hardware Wiring (docs/)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Circuit Wiring Schematics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ESP32 DevKit v1 + High-Brightness Red LED + 220Ω limiting resistor on GPIO 4.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AWS Student Guide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Tailored step-by-step setup guide for $50 AWS Learner Lab accounts.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C55E"/>
                </a:solidFill>
              </a:defRPr>
            </a:pPr>
            <a:r>
              <a:t>Verification Plan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Automated CLI Test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Run test_vulnerable_bucket.py create/delete to verify Lambda &amp; IoT Core payload delivery.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Hardware Verification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Verify TLS payload parsing and state transition (OK ➔ ALERT 200ms blink ➔ OK).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Web Simulator Test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Verify live blinking state animations and dashboard controls in browser.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